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Analyse Commerciale Avril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59E0B"/>
                </a:solidFill>
              </a:defRPr>
            </a:pPr>
            <a:r>
              <a:t>Chiffre dAffaires VC - SMG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Periode: 01-21 Avril 2026 (N) vs 2025 (N-1)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Analyse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914 037 EUR</a:t>
            </a:r>
          </a:p>
          <a:p>
            <a:pPr algn="ctr">
              <a:defRPr sz="2400">
                <a:solidFill>
                  <a:srgbClr val="22C55E"/>
                </a:solidFill>
              </a:defRPr>
            </a:pPr>
            <a:r>
              <a:t>+25.4%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CA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164592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533</a:t>
            </a:r>
          </a:p>
          <a:p>
            <a:pPr algn="ctr">
              <a:defRPr sz="2400">
                <a:solidFill>
                  <a:srgbClr val="22C55E"/>
                </a:solidFill>
              </a:defRPr>
            </a:pPr>
            <a:r>
              <a:t>+11.7%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Nb Factures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1 715 EUR</a:t>
            </a:r>
          </a:p>
          <a:p>
            <a:pPr algn="ctr">
              <a:defRPr sz="2400">
                <a:solidFill>
                  <a:srgbClr val="22C55E"/>
                </a:solidFill>
              </a:defRPr>
            </a:pPr>
            <a:r>
              <a:t>+12.2%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Panier Moyen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Top 5 - Meilleures Performances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76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MAGASIN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 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EVOLUTION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176 788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+164.4%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77 354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+40.0%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44 492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+4.6%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409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26 175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+7.4%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21 845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+10.1%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Flop 5 - Plus Fortes Baisses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76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MAGASIN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 N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EVOLUTION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8 331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-87.3%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511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39 406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-37.8%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27 309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-37.3%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10 183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-43.9%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47 005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-23.0%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Analyse par Convention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143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 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 N-1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EVOLUTION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VC.CONV.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550 407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528 994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+4.0%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VC.CONSO.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345 529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197 722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+74.8%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VC.PARTIC.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18 102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2 449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+639%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Synthese - 5 Enseignements 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1. Croissance globale +25.4% - Performance exceptionnelle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2. Magasin 111 star: +110kEUR (+165%) - 19% du CA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3. Polarisation reseau: ecart fort entre top et flop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4. VC.CONSO moteur: +75% porte la croissance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5. Panier moyen en hausse: +12% - montee en gamme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Risques Identifies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Dependance Magasin 111: -19% du CA si perte convention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Surexposition VC.CONSO: Risque credit en cas de retournement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F4444"/>
                </a:solidFill>
              </a:defRPr>
            </a:pPr>
            <a:r>
              <a:t>Effondrement Magasin 143: -87% soit -57kEUR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Stagnation VC.CONV: +4% seulement vs potentiel +10%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Baisses en cascade (511, 313): -68kEUR cumules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Plan dAction Recommande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URGENT (0-2 semaines):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  - Diagnostic urgence Magasin 143 (recuperation ~30kEUR)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  - Consolider convention Magasin 111 (+20kEUR)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  - Relancer partenaires VC.CONV. inactifs (+15kEUR)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379475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PRIORITAIRE (avril-mai):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7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  - Plan action Magasins 511/313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59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  - Suivi hebdomadaire VC.CONSO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1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STRATEGIQUE (Q2-Q3):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  - Reduire dependence VC.CONSO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81227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  - Programme montee en gamme reseau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