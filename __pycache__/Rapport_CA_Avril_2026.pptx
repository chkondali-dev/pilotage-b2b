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Analyse Commerciale Avril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Chiffre dAffaires VC - SMG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Periode: 01-21 Avril 2026 (N) vs 2025 (N-1)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Analyse Globale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• CA Total N: 914 037 EUR (+25.4%)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• CA Total N-1: 729 166 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Nombre de factures: 533 (vs 477, +11.7%)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Panier moyen: 1 715 EUR (vs 1 529 EUR, +12.2%)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• Tendance: CROISSANCE FORTE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Facteurs: Effet convention, saisonnalite, hausse trafic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Top 5 - Meilleures Performances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6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Magasin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CA 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Ecart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Evolution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176 788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+109 916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+164.4%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77 354 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+22 108 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+40.0%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44 492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+1 949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+4.6%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409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26 175 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+1 800 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+7.4%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21 845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+2 000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+10.1%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Flop 5 - Plus Fortes Baisses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6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Magasin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CA 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Ecart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Evolution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8 331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-57 429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-87.3%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511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39 406 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-23 904 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-37.8%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313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27 309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-16 262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-37.3%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10 183 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-7 966 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-43.9%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47 005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-14 014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-23.0%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Analyse par Convention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1143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Convention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CA 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CA N-1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Ecart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Evolution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VC.CONV.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550 407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528 994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+21 413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+4.0%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VC.CONSO.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345 529 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197 722 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+147 806 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+74.8%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VC.PARTIC.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18 102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2 449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+15 653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+639.1%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Synthese - 5 Enseignements 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• 1. Croissance globale exceptionnelle: +25.4% (185k EUR)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• 2. Magasin 111 star: +110k EUR (+165%) - 19% du CA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3. Polarisation reseau: ecart fort entre top et flop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• 4. VC.CONSO moteur: +75% porte la croissance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5. Panier moyen en hausse: +12% - monte en gamme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Risques Identifies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• Dependance Magasin 111: -19% du CA si perte convention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• Surexposition VC.CONSO: Risque credit en cas de retournement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• Effondrement Magasin 143: -87% soit -57k 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Stagnation VC.CONV: +4% seulement vs potentiel +10%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Baisses en cascade (511, 313): -68k EUR cumules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Plan dAction Recommande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• URGENT (0-2 semaines):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  - Diagnostic urgence Magasin 143 (recuperation ~30k EUR)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  - Consolider convention Magasin 111 (+20k EUR)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•   - Relancer partenaires VC.CONV. inactifs (+15k EUR)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PRIORITAIRE (avril-mai):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•   - Plan action Magasins 511/313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  - Suivi hebdomadaire VC.CONSO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132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181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STRATEGIQUE (Q2-Q3):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8503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  - Reduire dependence VC.CONSO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9189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  - Programme montee en gamme reseau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